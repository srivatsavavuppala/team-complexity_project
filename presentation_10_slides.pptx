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/ Tagline /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Purpose and context</a:t>
            </a:r>
          </a:p>
          <a:p>
            <a:pPr>
              <a:defRPr sz="2400"/>
            </a:pPr>
            <a:r>
              <a:t>Audience and goals</a:t>
            </a:r>
          </a:p>
          <a:p>
            <a:pPr>
              <a:defRPr sz="2400"/>
            </a:pPr>
            <a:r>
              <a:t>Scope and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Current state challenges</a:t>
            </a:r>
          </a:p>
          <a:p>
            <a:pPr>
              <a:defRPr sz="2400"/>
            </a:pPr>
            <a:r>
              <a:t>Impact on stakeholders</a:t>
            </a:r>
          </a:p>
          <a:p>
            <a:pPr>
              <a:defRPr sz="2400"/>
            </a:pPr>
            <a:r>
              <a:t>Why it matters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Problem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Symptom(s) observed</a:t>
            </a:r>
          </a:p>
          <a:p>
            <a:pPr>
              <a:defRPr sz="2400"/>
            </a:pPr>
            <a:r>
              <a:t>Root cause hypothesis</a:t>
            </a:r>
          </a:p>
          <a:p>
            <a:pPr>
              <a:defRPr sz="2400"/>
            </a:pPr>
            <a:r>
              <a:t>Evidence or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Problem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Symptom(s) observed</a:t>
            </a:r>
          </a:p>
          <a:p>
            <a:pPr>
              <a:defRPr sz="2400"/>
            </a:pPr>
            <a:r>
              <a:t>Root cause hypothesis</a:t>
            </a:r>
          </a:p>
          <a:p>
            <a:pPr>
              <a:defRPr sz="2400"/>
            </a:pPr>
            <a:r>
              <a:t>Evidence or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Proposed approach</a:t>
            </a:r>
          </a:p>
          <a:p>
            <a:pPr>
              <a:defRPr sz="2400"/>
            </a:pPr>
            <a:r>
              <a:t>How it addresses problems</a:t>
            </a:r>
          </a:p>
          <a:p>
            <a:pPr>
              <a:defRPr sz="2400"/>
            </a:pPr>
            <a:r>
              <a:t>Key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Architecture or workflow</a:t>
            </a:r>
          </a:p>
          <a:p>
            <a:pPr>
              <a:defRPr sz="2400"/>
            </a:pPr>
            <a:r>
              <a:t>Technology choices</a:t>
            </a:r>
          </a:p>
          <a:p>
            <a:pPr>
              <a:defRPr sz="2400"/>
            </a:pPr>
            <a:r>
              <a:t>Risks and mitigations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Milestones and timeline</a:t>
            </a:r>
          </a:p>
          <a:p>
            <a:pPr>
              <a:defRPr sz="2400"/>
            </a:pPr>
            <a:r>
              <a:t>Owners and resources</a:t>
            </a:r>
          </a:p>
          <a:p>
            <a:pPr>
              <a:defRPr sz="2400"/>
            </a:pPr>
            <a:r>
              <a:t>Success criteria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Recap of value</a:t>
            </a:r>
          </a:p>
          <a:p>
            <a:pPr>
              <a:defRPr sz="2400"/>
            </a:pPr>
            <a:r>
              <a:t>Expected outcomes</a:t>
            </a:r>
          </a:p>
          <a:p>
            <a:pPr>
              <a:defRPr sz="2400"/>
            </a:pPr>
            <a:r>
              <a:t>Call to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  <a:p>
            <a:pPr>
              <a:defRPr sz="2400"/>
            </a:pPr>
            <a:r>
              <a:t>Contact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